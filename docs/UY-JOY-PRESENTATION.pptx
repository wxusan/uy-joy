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3200400"/>
            <a:ext cx="6400800" cy="6400800"/>
          </a:xfrm>
          <a:prstGeom prst="ellipse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58064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38528" y="614476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56235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0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UY-JOY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Zamonaviy ko'chmas mulk
platformasi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22860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Interaktiv kvartira tanlash tizimi —
aerialdan to'sariq xonagacha bir klik bilan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743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Kvartira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743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Tuzilish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2743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2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  <a:latin typeface="Calibri"/>
              </a:rPr>
              <a:t>Next.js 14  ·  PostgreSQL  ·  Cloudinary  ·  PostHog  · 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MUAMMO VA YECHIM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Nima uchun bu platforma kerak?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120640" cy="438912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  <a:latin typeface="Calibri"/>
              </a:rPr>
              <a:t>❌  Oldingi holat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A5A5"/>
                </a:solidFill>
                <a:latin typeface="Calibri"/>
              </a:rPr>
              <a:t>•  Mijozlar broshyuradan kvartira tanlaydi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A5A5"/>
                </a:solidFill>
                <a:latin typeface="Calibri"/>
              </a:rPr>
              <a:t>•  Qavatlar, xonalar — chalkash ma'lumot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A5A5"/>
                </a:solidFill>
                <a:latin typeface="Calibri"/>
              </a:rPr>
              <a:t>•  Sotuv holati — faqat qo'ng'iroq orqali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A5A5"/>
                </a:solidFill>
                <a:latin typeface="Calibri"/>
              </a:rPr>
              <a:t>•  Mobil qurilmada foydalanib bo'lmaydi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A5A5"/>
                </a:solidFill>
                <a:latin typeface="Calibri"/>
              </a:rPr>
              <a:t>•  Admin excel/whatsapp orqali boshqaradi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737360"/>
            <a:ext cx="6035040" cy="4389120"/>
          </a:xfrm>
          <a:prstGeom prst="rect">
            <a:avLst/>
          </a:prstGeom>
          <a:solidFill>
            <a:srgbClr val="02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  <a:latin typeface="Calibri"/>
              </a:rPr>
              <a:t>✅  UY-JOY bilan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331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  <a:latin typeface="Calibri"/>
              </a:rPr>
              <a:t>•  Aerial rasmdan binoni bosing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  <a:latin typeface="Calibri"/>
              </a:rPr>
              <a:t>•  Qavat rejasi ustida kvartiralar ko'rinadi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461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  <a:latin typeface="Calibri"/>
              </a:rPr>
              <a:t>•  Rang bilan holat: bo'sh / band / sotilgan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033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  <a:latin typeface="Calibri"/>
              </a:rPr>
              <a:t>•  Telefonda ham mukammal ishlaydi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1605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  <a:latin typeface="Calibri"/>
              </a:rPr>
              <a:t>•  Admin panel — to'liq boshqaruv tizimi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FOYDALANUVCHI SAYOHATI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4 bosqichda kvartira tanlash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2743200" cy="411480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Aerial ko'rinish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Majmua ustidan ko'rinish.
Binolarni polygon bilan bosing.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566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828800"/>
            <a:ext cx="2743200" cy="411480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920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60604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697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Bino ko'rinishi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2461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Old/orqa/yon fasad.
Qavatlarni hover qiling.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566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828800"/>
            <a:ext cx="2743200" cy="411480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60604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697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Qavat rejasi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461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SVG polygon ustida
kvartiralar rangli ko'rinadi.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66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828800"/>
            <a:ext cx="2743200" cy="411480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920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260604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2697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Kvartira modali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2461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Foto, narx, maydon.
Aloqa formasi yuboriladi.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EE7B7"/>
                </a:solidFill>
                <a:latin typeface="Calibri"/>
              </a:rPr>
              <a:t>PostHog bilan har bir bosqich tracking qilinadi: Viewed Block → Viewed Floor → Viewed Apartment → Contacted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TEXNIK ARXITEKTURA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Stack va ma'lumotlar oqimi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474720" cy="10058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457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Next.js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App Router, Server Components, ISR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3474720" cy="10058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457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Neon serverless — Prisma 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3474720" cy="10058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457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NextAuth.js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Credentials, JWT sessiya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03520"/>
            <a:ext cx="3474720" cy="10058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303520"/>
            <a:ext cx="457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Cloudinary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Rasm optimize + CDN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1737360"/>
            <a:ext cx="3474720" cy="10058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1737360"/>
            <a:ext cx="457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next-intl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240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 til: O'zbekcha, Ruscha, Inglizcha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926080"/>
            <a:ext cx="3474720" cy="10058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2926080"/>
            <a:ext cx="457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PostHog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429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Analytics — foydalanuvchi xatti-harakati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4114800"/>
            <a:ext cx="3474720" cy="10058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4114800"/>
            <a:ext cx="457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206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OpenAI + Gemini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617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Tarjima + AI polygon aniqlash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5303520"/>
            <a:ext cx="3474720" cy="10058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5303520"/>
            <a:ext cx="457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5394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Tailwind CSS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5806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Responsive dizayn, animatsiyalar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1737360"/>
            <a:ext cx="4023360" cy="4754880"/>
          </a:xfrm>
          <a:prstGeom prst="rect">
            <a:avLst/>
          </a:prstGeom>
          <a:solidFill>
            <a:srgbClr val="02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Ma'lumotlar oqimi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28600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🌐  Foydalanuvchi brauzer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272491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16382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⚡  Next.js Server Component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60273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04164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🗄️  Prisma → PostgreSQL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4805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91947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📦  JSON → React 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358383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79729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🖥️  SVG Polygon Overlay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To'liq boshqaruv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365760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🗺️  Top-view mapper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Aerial rasmda binolar uchun
polygon chizish vositasi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828800"/>
            <a:ext cx="365760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82880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📐  Polygon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Qavat rejasida kvartira
konturlarini chizish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828800"/>
            <a:ext cx="365760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82880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🏢  Qavat boshqaruvi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Qavat pozitsiyalari (yStart/yEnd)
fasad rasmiga moslash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23360"/>
            <a:ext cx="365760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02336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🏠  Kvartira holati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Ommaviy holat o'zgartirish,
narx yangilash, foto yuklash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4023360"/>
            <a:ext cx="365760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402336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19" y="4160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 Lidlar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4663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Manbaga ko'ra kuzatish,
CSV eksport, sahifalash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4023360"/>
            <a:ext cx="365760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402336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9" y="4160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🤖  AI yordamchi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4663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Qavat rejasidan polygon
automatik aniqlash (Gemini)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MA'LUMOTLAR BAZASI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7 ta model — Prisma +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5577840" cy="86868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874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Loyiha ma'lumotlari, aerial rasm, GPS, infratuzilma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577840" cy="86868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1874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  <a:latin typeface="Calibri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67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Bino fasad rasmlari, polygon, yorliq pozitsiyasi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34640"/>
            <a:ext cx="5577840" cy="86868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Floor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  <a:latin typeface="Calibri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73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Qavat raqami, qavat rejasi rasmi, pozitsiya ma'lumotlari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34640"/>
            <a:ext cx="5577840" cy="86868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3464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  <a:latin typeface="Calibri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73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Kvartira: xonalar, maydon, narx, holat, polygon, fotolar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40480"/>
            <a:ext cx="5577840" cy="86868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4048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  <a:latin typeface="Calibri"/>
              </a:rPr>
              <a:t>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79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Ariza: ism, telefon, manba, holat, vaqt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840480"/>
            <a:ext cx="5577840" cy="86868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84048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HeroImage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79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Bosh sahifa slayder rasmlari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46320"/>
            <a:ext cx="5577840" cy="86868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84632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FAQ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85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Ko'p so'raladigan savollar (3 tilda)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KO'P TILLILIK VA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3 til + real vaqt kuzatuv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486400" cy="448056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🌐  Ko'p tillilik (next-intl)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029200" cy="502920"/>
          </a:xfrm>
          <a:prstGeom prst="rect">
            <a:avLst/>
          </a:prstGeom>
          <a:solidFill>
            <a:srgbClr val="02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🇺🇿  O'zbekcha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EE7B7"/>
                </a:solidFill>
                <a:latin typeface="Calibri"/>
              </a:rPr>
              <a:t>Asosiy til — standart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39"/>
            <a:ext cx="5029200" cy="502920"/>
          </a:xfrm>
          <a:prstGeom prst="rect">
            <a:avLst/>
          </a:prstGeom>
          <a:solidFill>
            <a:srgbClr val="02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🇷🇺  Ruscha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EE7B7"/>
                </a:solidFill>
                <a:latin typeface="Calibri"/>
              </a:rPr>
              <a:t>Ikkinchi til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5029200" cy="502920"/>
          </a:xfrm>
          <a:prstGeom prst="rect">
            <a:avLst/>
          </a:prstGeom>
          <a:solidFill>
            <a:srgbClr val="02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76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🇬🇧  Inglizcha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EE7B7"/>
                </a:solidFill>
                <a:latin typeface="Calibri"/>
              </a:rPr>
              <a:t>Uchinchi 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Til aniqlash: Accept-Language header → cookie 1 yil saqlanadi
DB da tarjimalar JSON formatda saqlanadi: {uz, ru, en}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737360"/>
            <a:ext cx="5669280" cy="448056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📊  PostHog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23160"/>
            <a:ext cx="5212080" cy="685800"/>
          </a:xfrm>
          <a:prstGeom prst="rect">
            <a:avLst/>
          </a:prstGeom>
          <a:solidFill>
            <a:srgbClr val="02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Viewed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Foydalanuvchi binoni tanladi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246120"/>
            <a:ext cx="5212080" cy="685800"/>
          </a:xfrm>
          <a:prstGeom prst="rect">
            <a:avLst/>
          </a:prstGeom>
          <a:solidFill>
            <a:srgbClr val="02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291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Viewed Floor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11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Foydalanuvchi qavatni tanladi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69080"/>
            <a:ext cx="5212080" cy="685800"/>
          </a:xfrm>
          <a:prstGeom prst="rect">
            <a:avLst/>
          </a:prstGeom>
          <a:solidFill>
            <a:srgbClr val="02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114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Viewed Apartment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Kvartira sahifasi ochildi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892040"/>
            <a:ext cx="5212080" cy="685800"/>
          </a:xfrm>
          <a:prstGeom prst="rect">
            <a:avLst/>
          </a:prstGeom>
          <a:solidFill>
            <a:srgbClr val="02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937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Contacted 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57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Ariza yuborildi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Tezlik va optimallashtirish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557784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5577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⚡  Server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Admin sahifalari darhol yuklanadi — spinner yo'q.
Server Prisma so'rovni bajaradi, HTML tayyor holda keladi.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577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🗄️  ISR Cache (60s)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Bosh sahifa va loyiha sahifalari 60 soniyada yangilanadi.
Million foydalanuvchi uchun ham tezkor.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23360"/>
            <a:ext cx="557784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023360"/>
            <a:ext cx="5577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🖼️  Cloudinary CDN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Rasmlar avtomatik WebP/AVIF formatga o'tkaziladi.
Hero: 1600px, kartalar: 600px, thumbnails: 400px.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023360"/>
            <a:ext cx="5577840" cy="1920240"/>
          </a:xfrm>
          <a:prstGeom prst="rect">
            <a:avLst/>
          </a:prstGeom>
          <a:solidFill>
            <a:srgbClr val="0D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023360"/>
            <a:ext cx="5577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📐  SVG Polygon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viewBox 0-0-100-100 — koordinatlar % da saqlanadi.
non-scaling-stroke — barcha o'lchamlarda aniq chiziq.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5486400" cy="5486400"/>
          </a:xfrm>
          <a:prstGeom prst="ellipse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657600" cy="3657600"/>
          </a:xfrm>
          <a:prstGeom prst="ellipse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UY-JOY — bu faqat sayt emas,
balkki sotuv mashinasi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520440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"/>
              </a:rPr>
              <a:t>✅  Mijoz o'zi kvartira tanlaydi — qo'ng'iroqsiz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8795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"/>
              </a:rPr>
              <a:t>✅  Admin hamma narsani brauzerdan boshqaradi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26864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"/>
              </a:rPr>
              <a:t>✅  PostHog orqali konversiya kuzatiladi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65775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"/>
              </a:rPr>
              <a:t>✅  3 tilda — O'zbek, Rus, Ingliz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504688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"/>
              </a:rPr>
              <a:t>✅  Mobile-first dizayn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F3D0"/>
                </a:solidFill>
                <a:latin typeface="Calibri"/>
              </a:rPr>
              <a:t>Next.js 14  ·  Prisma  ·  PostgreSQL  ·  Cloudinary  ·  PostHog  ·  OpenAI  ·  Google Gemini  ·  next-intl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