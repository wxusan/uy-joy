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UY-JOY</a:t>
            </a:r>
          </a:p>
          <a:p>
            <a:pPr algn="ctr">
              <a:defRPr sz="2400">
                <a:solidFill>
                  <a:srgbClr val="C9A86A"/>
                </a:solidFill>
              </a:defRPr>
            </a:pPr>
            <a:r>
              <a:t>Kvartiralarni onlayn sotish platformasi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Muammo va yechim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Mijozlar kvartira tanlash uchun ofisga kelishi kerak</a:t>
            </a:r>
          </a:p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Qog'oz kataloglar eskirgan va noqulay</a:t>
            </a:r>
          </a:p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Savdo bo'limi har bir mijozga alohida vaqt sarflaydi</a:t>
            </a:r>
          </a:p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Yechim: Onlayn platforma orqali 24/7 kvartira ko'rish</a:t>
            </a:r>
          </a:p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Mijozlar o'zlari tanlab, keyin bog'lanadi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Kompaniya uchun foydalari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C9A86A"/>
                </a:solidFill>
              </a:defRPr>
            </a:pPr>
            <a:r>
              <a:t>Biznes uchun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5486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</a:defRPr>
            </a:pPr>
            <a:r>
              <a:t>• Savdo jarayoni tezlashadi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</a:defRPr>
            </a:pPr>
            <a:r>
              <a:t>• Kamroq xodim vaqti sarflanadi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</a:defRPr>
            </a:pPr>
            <a:r>
              <a:t>• Ko'proq mijozlarga xizmat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</a:defRPr>
            </a:pPr>
            <a:r>
              <a:t>• Professional imidj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</a:defRPr>
            </a:pPr>
            <a:r>
              <a:t>• Raqobatchilardan ajralib turish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C9A86A"/>
                </a:solidFill>
              </a:defRPr>
            </a:pPr>
            <a:r>
              <a:t>Qulayliklar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486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</a:defRPr>
            </a:pPr>
            <a:r>
              <a:t>• Barcha ma'lumotlar bir joyda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</a:defRPr>
            </a:pPr>
            <a:r>
              <a:t>• Mijoz bazasi avtomatik to'planadi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</a:defRPr>
            </a:pPr>
            <a:r>
              <a:t>• Har qanday qurilmada ishlaydi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</a:defRPr>
            </a:pPr>
            <a:r>
              <a:t>• O'zbek, Rus, Ingliz tillarida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</a:defRPr>
            </a:pPr>
            <a:r>
              <a:t>• Telegram orqali tezkor aloqa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Mijozlar uchun foydalari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Uydan chiqmasdan kvartiralarni ko'rish</a:t>
            </a:r>
          </a:p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Narxlar, maydon, xonalar soni - barchasi ochiq</a:t>
            </a:r>
          </a:p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Qaysi kvartira bo'sh, qaysi sotilgan - aniq ko'rinadi</a:t>
            </a:r>
          </a:p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Bir tugma bilan Telegram yoki telefon orqali bog'lanish</a:t>
            </a:r>
          </a:p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Telefondan ham qulay ishlaydi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Qanday ishlaydi?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1. Mijoz saytga kiradi</a:t>
            </a:r>
          </a:p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2. Binoni va qavatni tanlaydi</a:t>
            </a:r>
          </a:p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3. Kvartira ustiga bosib tafsilotlarni ko'radi</a:t>
            </a:r>
          </a:p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4. Yoqsa - Telegram yoki telefon orqali bog'lanadi</a:t>
            </a:r>
          </a:p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5. Siz mijoz ma'lumotlarini admin panelda ko'rasiz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Boshqaruv paneli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Kvartiralar holatini o'zgartirish (Mavjud/Band/Sotilgan)</a:t>
            </a:r>
          </a:p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Narxlarni yangilash</a:t>
            </a:r>
          </a:p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Yangi bino va qavatlar qo'shish</a:t>
            </a:r>
          </a:p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Qavat rejasi rasmlarini yuklash</a:t>
            </a:r>
          </a:p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Mijoz so'rovlarini ko'rish</a:t>
            </a:r>
          </a:p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Foydalanish juda oson - maxsus bilim talab qilinmaydi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Aloqa imkoniyatlari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Har bir sahifada Telegram va Telefon tugmalari</a:t>
            </a:r>
          </a:p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Mijoz bir bosish bilan bog'lanadi</a:t>
            </a:r>
          </a:p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Ariza formasi - faqat ism va telefon (oddiy)</a:t>
            </a:r>
          </a:p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Barcha so'rovlar bazada saqlanadi</a:t>
            </a:r>
          </a:p>
          <a:p>
            <a:pPr>
              <a:spcAft>
                <a:spcPts val="1200"/>
              </a:spcAft>
              <a:defRPr sz="2200">
                <a:solidFill>
                  <a:srgbClr val="374151"/>
                </a:solidFill>
              </a:defRPr>
            </a:pPr>
            <a:r>
              <a:t>• Kelajakda: AI chatbot qo'shiladi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Kelajakda qo'shiladigan imkoniyatlar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C9A86A"/>
                </a:solidFill>
              </a:defRPr>
            </a:pPr>
            <a:r>
              <a:t>Tez orada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5486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</a:defRPr>
            </a:pPr>
            <a:r>
              <a:t>• AI yordamchi (chatbot)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</a:defRPr>
            </a:pPr>
            <a:r>
              <a:t>• Telegram bot orqali xabarlar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</a:defRPr>
            </a:pPr>
            <a:r>
              <a:t>• Kvartiralarni solishtirish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</a:defRPr>
            </a:pPr>
            <a:r>
              <a:t>• Sevimlilar ro'yxati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C9A86A"/>
                </a:solidFill>
              </a:defRPr>
            </a:pPr>
            <a:r>
              <a:t>Keyingi bosqich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486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</a:defRPr>
            </a:pPr>
            <a:r>
              <a:t>• PDF formatda yuklab olish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</a:defRPr>
            </a:pPr>
            <a:r>
              <a:t>• Sotuvlar statistikasi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</a:defRPr>
            </a:pPr>
            <a:r>
              <a:t>• 3D ko'rinish / Virtual tur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</a:defRPr>
            </a:pPr>
            <a:r>
              <a:t>• Telegram orqali bildirishnomalar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Hamkorlikka tayyormiz!</a:t>
            </a:r>
          </a:p>
          <a:p>
            <a:pPr algn="ctr">
              <a:defRPr sz="2400">
                <a:solidFill>
                  <a:srgbClr val="C9A86A"/>
                </a:solidFill>
              </a:defRPr>
            </a:pPr>
            <a:r>
              <a:t>Savollaringiz bo'lsa - bemalol so'rang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