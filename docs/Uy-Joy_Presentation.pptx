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496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UY-JOY</a:t>
            </a:r>
          </a:p>
          <a:p>
            <a:pPr algn="ctr">
              <a:defRPr sz="2400">
                <a:solidFill>
                  <a:srgbClr val="C9A86A"/>
                </a:solidFill>
              </a:defRPr>
            </a:pPr>
            <a:r>
              <a:t>Kvartiralarni onlayn sotish platformasi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Muammo va yechim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Mijozlar kvartira tanlash uchun ofisga kelishi kerak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Qog'oz kataloglar eskirgan va noqulay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Savdo bo'limi har bir mijozga alohida vaqt sarflaydi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Yechim: Onlayn platforma orqali 24/7 kvartira ko'rish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Mijozlar o'zlari tanlab, keyin bog'lanadi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Kompaniya uchun foydalari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9A86A"/>
                </a:solidFill>
              </a:defRPr>
            </a:pPr>
            <a:r>
              <a:t>Biznes uchun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Savdo jarayoni tezlashadi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Kamroq xodim vaqti sarflanadi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Ko'proq mijozlarga xizmat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Professional imidj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Raqobatchilardan ajralib turish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9A86A"/>
                </a:solidFill>
              </a:defRPr>
            </a:pPr>
            <a:r>
              <a:t>Qulayliklar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Barcha ma'lumotlar bir joyda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Mijoz bazasi avtomatik to'planadi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Har qanday qurilmada ishlaydi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O'zbek, Rus, Ingliz tillarida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t>• Telegram orqali tezkor aloqa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Mijozlar uchun foydalari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Uydan chiqmasdan kvartiralarni ko'rish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Narxlar, maydon, xonalar soni - barchasi ochiq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Qaysi kvartira bo'sh, qaysi sotilgan - aniq ko'rinadi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Bir tugma bilan Telegram yoki telefon orqali bog'lanish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Telefondan ham qulay ishlaydi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Qanday ishlaydi?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1. Mijoz saytga kiradi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2. Binoni va qavatni tanlaydi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3. Kvartira ustiga bosib tafsilotlarni ko'radi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4. Yoqsa - Telegram yoki telefon orqali bog'lanadi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5. Siz mijoz ma'lumotlarini admin panelda ko'rasiz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Boshqaruv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Kvartiralar holatini o'zgartirish (Mavjud/Band/Sotilgan)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Narxlarni yangilash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Yangi bino va qavatlar qo'shish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Qavat rejasi rasmlarini yuklash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Mijoz so'rovlarini ko'rish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Foydalanish juda oson - maxsus bilim talab qilinmaydi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Aloqa imkoniyatlari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Har bir sahifada Telegram va Telefon tugmalari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Mijoz bir bosish bilan bog'lanadi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Ariza formasi - faqat ism va telefon (oddiy)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Barcha so'rovlar bazada saqlanadi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</a:defRPr>
            </a:pPr>
            <a:r>
              <a:t>• Kelajakda: AI chatbot qo'shiladi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Kelajakda qo'shiladigan imkoniyatlar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9A86A"/>
                </a:solidFill>
              </a:defRPr>
            </a:pPr>
            <a:r>
              <a:t>Tez orada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986202" cy="1128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rPr dirty="0"/>
              <a:t>• AI </a:t>
            </a:r>
            <a:r>
              <a:rPr dirty="0" err="1"/>
              <a:t>yordamchi</a:t>
            </a:r>
            <a:r>
              <a:rPr dirty="0"/>
              <a:t> (chatbot)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rPr dirty="0"/>
              <a:t>• Telegram bot </a:t>
            </a:r>
            <a:r>
              <a:rPr dirty="0" err="1"/>
              <a:t>orqali</a:t>
            </a:r>
            <a:r>
              <a:rPr dirty="0"/>
              <a:t> </a:t>
            </a:r>
            <a:r>
              <a:rPr dirty="0" err="1"/>
              <a:t>xabarlar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rPr dirty="0"/>
              <a:t>• </a:t>
            </a:r>
            <a:r>
              <a:rPr dirty="0" err="1"/>
              <a:t>Kvartiralarni</a:t>
            </a:r>
            <a:r>
              <a:rPr dirty="0"/>
              <a:t> </a:t>
            </a:r>
            <a:r>
              <a:rPr dirty="0" err="1"/>
              <a:t>solishtirish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9A86A"/>
                </a:solidFill>
              </a:defRPr>
            </a:pPr>
            <a:r>
              <a:t>Keyingi bosqich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rPr dirty="0"/>
              <a:t>• PDF </a:t>
            </a:r>
            <a:r>
              <a:rPr dirty="0" err="1"/>
              <a:t>formatda</a:t>
            </a:r>
            <a:r>
              <a:rPr dirty="0"/>
              <a:t> </a:t>
            </a:r>
            <a:r>
              <a:rPr dirty="0" err="1"/>
              <a:t>yuklab</a:t>
            </a:r>
            <a:r>
              <a:rPr dirty="0"/>
              <a:t> </a:t>
            </a:r>
            <a:r>
              <a:rPr dirty="0" err="1"/>
              <a:t>olish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rPr dirty="0"/>
              <a:t>• </a:t>
            </a:r>
            <a:r>
              <a:rPr dirty="0" err="1"/>
              <a:t>Sotuvlar</a:t>
            </a:r>
            <a:r>
              <a:rPr dirty="0"/>
              <a:t> </a:t>
            </a:r>
            <a:r>
              <a:rPr dirty="0" err="1"/>
              <a:t>statistikasi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rPr dirty="0"/>
              <a:t>• 3D </a:t>
            </a:r>
            <a:r>
              <a:rPr dirty="0" err="1"/>
              <a:t>ko'rinish</a:t>
            </a:r>
            <a:r>
              <a:rPr dirty="0"/>
              <a:t> / Virtual tur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</a:defRPr>
            </a:pPr>
            <a:r>
              <a:rPr dirty="0"/>
              <a:t>• Telegram </a:t>
            </a:r>
            <a:r>
              <a:rPr dirty="0" err="1"/>
              <a:t>orqali</a:t>
            </a:r>
            <a:r>
              <a:rPr dirty="0"/>
              <a:t> </a:t>
            </a:r>
            <a:r>
              <a:rPr dirty="0" err="1"/>
              <a:t>bildirishnomalar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Hamkorlikka tayyormiz!</a:t>
            </a:r>
          </a:p>
          <a:p>
            <a:pPr algn="ctr">
              <a:defRPr sz="2400">
                <a:solidFill>
                  <a:srgbClr val="C9A86A"/>
                </a:solidFill>
              </a:defRPr>
            </a:pPr>
            <a:r>
              <a:t>Savollaringiz bo'lsa - bemalol so'rang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4A03-785E-2A4C-6576-FB468E2E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B8077F-7B90-5701-EF9A-DADAC3C516AE}"/>
              </a:ext>
            </a:extLst>
          </p:cNvPr>
          <p:cNvSpPr/>
          <p:nvPr/>
        </p:nvSpPr>
        <p:spPr>
          <a:xfrm>
            <a:off x="0" y="312234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0FAD2-8E79-E2CA-47A3-5514C036EC72}"/>
              </a:ext>
            </a:extLst>
          </p:cNvPr>
          <p:cNvSpPr txBox="1"/>
          <p:nvPr/>
        </p:nvSpPr>
        <p:spPr>
          <a:xfrm>
            <a:off x="457199" y="2736502"/>
            <a:ext cx="112772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en-GB" sz="6000" dirty="0" err="1"/>
              <a:t>Narx</a:t>
            </a:r>
            <a:r>
              <a:rPr lang="en-GB" sz="6000" dirty="0"/>
              <a:t>?</a:t>
            </a:r>
          </a:p>
          <a:p>
            <a:pPr algn="ctr">
              <a:defRPr sz="2400">
                <a:solidFill>
                  <a:srgbClr val="C9A86A"/>
                </a:solidFill>
              </a:defRPr>
            </a:pPr>
            <a:r>
              <a:rPr lang="en-GB" dirty="0"/>
              <a:t> </a:t>
            </a:r>
            <a:r>
              <a:rPr lang="en-GB" dirty="0" err="1"/>
              <a:t>Qancha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4586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315</Words>
  <Application>Microsoft Macintosh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Xusan Ibragimov</cp:lastModifiedBy>
  <cp:revision>2</cp:revision>
  <dcterms:created xsi:type="dcterms:W3CDTF">2013-01-27T09:14:16Z</dcterms:created>
  <dcterms:modified xsi:type="dcterms:W3CDTF">2026-03-05T09:04:34Z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2026-03-05T09:04:34Z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05997c43-b3fc-4669-b224-4d728f68f70d</vt:lpwstr>
  </property>
  <property fmtid="{D5CDD505-2E9C-101B-9397-08002B2CF9AE}" pid="7" name="MSIP_Label_defa4170-0d19-0005-0004-bc88714345d2_ActionId">
    <vt:lpwstr>47fc766e-98e8-410e-ba31-04a4d29a8d45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